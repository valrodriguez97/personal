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75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CE336E1-474A-4412-83D2-F817ABDEF504}">
          <p14:sldIdLst/>
        </p14:section>
        <p14:section name="Sección predeterminada" id="{907B7810-F0B3-4C46-A944-2C2F06CD20D5}">
          <p14:sldIdLst>
            <p14:sldId id="375"/>
          </p14:sldIdLst>
        </p14:section>
        <p14:section name="Sección sin título" id="{E5D1AE2A-07DF-490D-9F1E-C771C9E8023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9966FF"/>
    <a:srgbClr val="E7CCE3"/>
    <a:srgbClr val="DCC5ED"/>
    <a:srgbClr val="B17ED8"/>
    <a:srgbClr val="78B288"/>
    <a:srgbClr val="88BB8A"/>
    <a:srgbClr val="969696"/>
    <a:srgbClr val="C9D4C3"/>
    <a:srgbClr val="EAD2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298"/>
    <p:restoredTop sz="96327"/>
  </p:normalViewPr>
  <p:slideViewPr>
    <p:cSldViewPr snapToGrid="0">
      <p:cViewPr varScale="1">
        <p:scale>
          <a:sx n="72" d="100"/>
          <a:sy n="72" d="100"/>
        </p:scale>
        <p:origin x="2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FB84C-F124-B067-CC02-02EFD86CD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C2CE21-B44F-99EC-3A84-DEB42BC5F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13718B-24BB-3CE9-EA7E-96928CDC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B50FB9-F2ED-4D22-01F0-3905BEFE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267F4F-E2C0-C82D-2185-A2CDE5BB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30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5E370-342B-D425-9718-7D029C37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43EAA4-DFFA-B9B3-6C3A-24792C197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B4925-4037-296B-3AF0-B2FB68860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4080CF-9A9C-6299-6223-90051C1A8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37EFA0-3E58-DD13-4E04-0790A0CED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649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4BE2F-7A59-B82F-EA4A-B3630C57D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87524A-78EB-707E-B49E-F3D16086F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C9BA44-2ED2-8FAB-197E-CC2D70FF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B9ED5D-7FF5-EA1C-5A54-584159F4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77471C-16C8-F8AB-7F09-EB3856C0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81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1D8B4-B799-FA45-8079-EE8E724D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D7FFE1-B336-B464-8273-71CA76F44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43BF28-AEB8-773B-D1AD-BB24B43E8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44A84A-27B8-4AA2-E047-9728419A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EBAEBA-4471-37F2-B23D-5D4D0E96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A2232C-3B8C-EEA2-0944-D64927E9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3714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61121-753F-1E05-5469-D9DC8243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C158E0-0FF9-AF9A-9D96-E72328BF4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521AB8-34DA-C65D-5763-2019969F1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34788A5-C267-B255-2C00-72716E5B1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F8224F-0A93-9096-C6F3-3241F9B2C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326969-A514-7C12-93A6-BEE7C67A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4F0BB1-5A7C-C9D8-05DC-CE6D643C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D55EFA-88BE-5D96-7ABC-C20EE61D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777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2060A-A4C3-3792-2A24-B6CC534A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6A3AAE-EE2E-7409-5B98-0A4DE562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62DCAA-4826-6F47-7235-75F8DC88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9CA385-E77B-FBBB-3112-021DFCDA4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98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28ADB9F-391F-C414-DFDD-5ACFE71E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E45D6C-8017-4B03-F284-5356AAFA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CD7E9C-7E7C-A295-4F7B-4633004D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808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D7835-0DDB-ABAB-97DC-2A27B951E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3907EA-EC0B-B679-406A-7DFE029AE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0BDF6E-AC88-F6BA-E303-00414C7B0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5FC5FC-1582-7519-E925-3D3B874F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675DBC-65D8-B7B8-6AD5-844C55EB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44DD2C-457F-771E-2E34-5764681D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963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554E1-B0B2-E83A-C8AE-3C402F93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93D8327-C23B-FBB9-74CF-D55D33C99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65A0F5-632E-413E-BCE8-BC90FF382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1B6013-1999-CEE9-7077-39A3FE09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B39E48-2E95-4921-7F82-AA60A0C9D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E000C6-56E5-04E3-8075-28CF2AE5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623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C01CA-E316-4DD1-5A0E-38BC9D66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1AB25F-AF11-FEE2-54B8-BB820F9E4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DA78E-0036-EF64-6561-40849C25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6FDEFB-432E-7769-95C6-E883C07E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FA4402-3016-BB2F-D7FF-635F0268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1312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B7C609-EF1C-B251-C959-8A4D0A764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83CD8D-C8F0-B03F-6181-03CE1B806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38B562-E843-643C-1C19-7502D837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B05F38-78D0-F442-D4DA-D734C732C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895E85-C381-8CD4-C94D-7C80C890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553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073353-CBAF-BB37-4E4E-A37A31AB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BD6F64-C9D9-2FC0-DD1F-C08FE7037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84228A-7FCA-5544-99D1-A02F4F0DA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E699F-06B2-6046-AE77-4163F561B680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C1EFC6-029A-5272-B332-0CD5E8613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2BB21E-D42C-EE45-8B13-60297C8EF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456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58103-6429-4AC4-BA6D-24DC5947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0012" y="457200"/>
            <a:ext cx="6172200" cy="1384852"/>
          </a:xfrm>
        </p:spPr>
        <p:txBody>
          <a:bodyPr>
            <a:normAutofit/>
          </a:bodyPr>
          <a:lstStyle/>
          <a:p>
            <a:r>
              <a:rPr lang="es-MX" sz="3600" b="1" dirty="0"/>
              <a:t>Códigos de ETICA - INTEGRIDAD</a:t>
            </a:r>
            <a:br>
              <a:rPr lang="es-MX" b="1" dirty="0"/>
            </a:b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309F9D-74FB-4D18-8738-B404FED9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96" y="1296953"/>
            <a:ext cx="8136835" cy="500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591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5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Códigos de ETICA - INTEGRIDAD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user</cp:lastModifiedBy>
  <cp:revision>26</cp:revision>
  <dcterms:created xsi:type="dcterms:W3CDTF">2023-05-09T21:26:04Z</dcterms:created>
  <dcterms:modified xsi:type="dcterms:W3CDTF">2026-04-13T13:13:40Z</dcterms:modified>
</cp:coreProperties>
</file>