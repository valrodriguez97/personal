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2816000" cx="7776000"/>
  <p:notesSz cx="6858000" cy="9144000"/>
  <p:embeddedFontLst>
    <p:embeddedFont>
      <p:font typeface="Poppi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19">
          <p15:clr>
            <a:srgbClr val="747775"/>
          </p15:clr>
        </p15:guide>
        <p15:guide id="2" orient="horz" pos="1361">
          <p15:clr>
            <a:srgbClr val="747775"/>
          </p15:clr>
        </p15:guide>
        <p15:guide id="3" orient="horz" pos="77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19" orient="horz"/>
        <p:guide pos="1361" orient="horz"/>
        <p:guide pos="77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oppins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oppins-italic.fntdata"/><Relationship Id="rId14" Type="http://schemas.openxmlformats.org/officeDocument/2006/relationships/slide" Target="slides/slide9.xml"/><Relationship Id="rId36" Type="http://schemas.openxmlformats.org/officeDocument/2006/relationships/font" Target="fonts/Poppi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oppi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50343b984_0_22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b50343b9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b98d37e61_0_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fb98d37e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98d37e61_0_1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b98d37e6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b98d37e61_0_2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fb98d37e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98d37e61_0_3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98d37e6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98d37e61_0_4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98d37e6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98d37e61_0_5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b98d37e6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98d37e61_0_7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98d37e6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98d37e61_0_8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b98d37e6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98d37e61_0_9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b98d37e6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98d37e61_0_10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98d37e6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b98d37e61_0_11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b98d37e6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710833073_0_32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71083307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e7a4e9ea_0_8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8e7a4e9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bae3bc654_0_4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bae3bc6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ae3bc654_0_1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ae3bc6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ae3bc654_0_25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bae3bc65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ae3bc654_0_4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bae3bc65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bae3bc654_0_49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bae3bc65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ae3bc654_0_57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bae3bc65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bae3bc654_0_65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bae3bc65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bae3bc654_0_73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bae3bc65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bae3bc654_0_81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bae3bc65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ae3bc654_0_88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bae3bc65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bae3bc654_0_97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bae3bc65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ae3bc654_0_105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bae3bc65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ae3bc654_0_11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bae3bc65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bae3bc654_0_124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bae3bc65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0"/>
            <a:ext cx="7776000" cy="128064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7204925" y="11619284"/>
            <a:ext cx="4665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a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b="15240" l="0" r="0" t="0"/>
          <a:stretch/>
        </p:blipFill>
        <p:spPr>
          <a:xfrm>
            <a:off x="28638" y="11955350"/>
            <a:ext cx="7718726" cy="8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"/>
          <p:cNvPicPr preferRelativeResize="0"/>
          <p:nvPr/>
        </p:nvPicPr>
        <p:blipFill rotWithShape="1">
          <a:blip r:embed="rId3">
            <a:alphaModFix/>
          </a:blip>
          <a:srcRect b="0" l="1901" r="79262" t="0"/>
          <a:stretch/>
        </p:blipFill>
        <p:spPr>
          <a:xfrm>
            <a:off x="1015200" y="142350"/>
            <a:ext cx="817500" cy="7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3325" y="253500"/>
            <a:ext cx="1017468" cy="4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2010263" y="136050"/>
            <a:ext cx="35586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LittleStyle</a:t>
            </a:r>
            <a:endParaRPr b="1" sz="12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Poppins"/>
                <a:ea typeface="Poppins"/>
                <a:cs typeface="Poppins"/>
                <a:sym typeface="Poppins"/>
              </a:rPr>
              <a:t>Interfaces de Usuario</a:t>
            </a:r>
            <a:endParaRPr b="1"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latin typeface="Poppins"/>
                <a:ea typeface="Poppins"/>
                <a:cs typeface="Poppins"/>
                <a:sym typeface="Poppins"/>
              </a:rPr>
              <a:t>Curso: Ingeniería de software III</a:t>
            </a:r>
            <a:endParaRPr i="1"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800"/>
            <a:ext cx="7776000" cy="1281758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7204925" y="11619284"/>
            <a:ext cx="4665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015200" y="1015350"/>
            <a:ext cx="5745600" cy="107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Relationship Id="rId4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Relationship Id="rId4" Type="http://schemas.openxmlformats.org/officeDocument/2006/relationships/image" Target="../media/image5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Relationship Id="rId4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/>
        </p:nvSpPr>
        <p:spPr>
          <a:xfrm>
            <a:off x="1021200" y="6599811"/>
            <a:ext cx="4084800" cy="3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LittleStyle</a:t>
            </a:r>
            <a:endParaRPr b="1" sz="25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Interfaces de Usuario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Autor:</a:t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Oscar Tomas Aristizabal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Valentina Gonzalez Diaz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Valentina Rodriguez Castro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Versión: 1.0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Fecha: 20/09/2026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7"/>
          <p:cNvSpPr txBox="1"/>
          <p:nvPr/>
        </p:nvSpPr>
        <p:spPr>
          <a:xfrm>
            <a:off x="1255050" y="472137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UI-1: Inicio de Sesión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" name="Google Shape;3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275" y="1749500"/>
            <a:ext cx="5269750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" name="Google Shape;31;p7"/>
          <p:cNvPicPr preferRelativeResize="0"/>
          <p:nvPr/>
        </p:nvPicPr>
        <p:blipFill rotWithShape="1">
          <a:blip r:embed="rId4">
            <a:alphaModFix/>
          </a:blip>
          <a:srcRect b="0" l="7100" r="11566" t="0"/>
          <a:stretch/>
        </p:blipFill>
        <p:spPr>
          <a:xfrm>
            <a:off x="1252800" y="51978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" name="Google Shape;32;p7"/>
          <p:cNvSpPr txBox="1"/>
          <p:nvPr/>
        </p:nvSpPr>
        <p:spPr>
          <a:xfrm>
            <a:off x="1252799" y="820436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UI-2: Registro de Usuarios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" name="Google Shape;3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800" y="8576450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" name="Google Shape;34;p7"/>
          <p:cNvSpPr txBox="1"/>
          <p:nvPr/>
        </p:nvSpPr>
        <p:spPr>
          <a:xfrm>
            <a:off x="1252799" y="1159511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UI-3: Pantalla principal de Clientes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1252800" y="47859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UI-4: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" name="Google Shape;41;p8" title="Captura de pantalla 2026-09-17 21085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1807250"/>
            <a:ext cx="5270401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" name="Google Shape;42;p8" title="Captura de pantalla 2026-09-17 21095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800" y="5172387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" name="Google Shape;43;p8"/>
          <p:cNvSpPr txBox="1"/>
          <p:nvPr/>
        </p:nvSpPr>
        <p:spPr>
          <a:xfrm>
            <a:off x="1252799" y="820547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UI-5: Información Detallada de los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" name="Google Shape;44;p8" title="Captura de pantalla 2026-09-17 21162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5375" y="8588438"/>
            <a:ext cx="5270399" cy="2862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" name="Google Shape;45;p8"/>
          <p:cNvSpPr txBox="1"/>
          <p:nvPr/>
        </p:nvSpPr>
        <p:spPr>
          <a:xfrm>
            <a:off x="1252799" y="1154336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UI-6: Recomendación de prendas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1252800" y="486872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UI-7: Perfil del Usuario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" name="Google Shape;52;p9" title="Captura de pantalla 2026-09-17 21171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18769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1252800" y="47834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UI-8: 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Catálogo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Ropa (Vista de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10" title="Captura de pantalla 2026-09-17 21205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18192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" name="Google Shape;60;p10" title="Captura de pantalla 2026-09-17 21214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5375" y="51827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" name="Google Shape;61;p10"/>
          <p:cNvSpPr txBox="1"/>
          <p:nvPr/>
        </p:nvSpPr>
        <p:spPr>
          <a:xfrm>
            <a:off x="1255374" y="822863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UI-9: Detalle de la prenda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1252799" y="115736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UI-10: Carrito de Compras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" name="Google Shape;6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800" y="8546225"/>
            <a:ext cx="5270400" cy="296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1252800" y="49376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UI-11: Proceso de Pago-Formulario de DIrección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" name="Google Shape;70;p11" title="Captura de pantalla 2026-09-17 212323.png"/>
          <p:cNvPicPr preferRelativeResize="0"/>
          <p:nvPr/>
        </p:nvPicPr>
        <p:blipFill rotWithShape="1">
          <a:blip r:embed="rId3">
            <a:alphaModFix/>
          </a:blip>
          <a:srcRect b="0" l="12892" r="12885" t="0"/>
          <a:stretch/>
        </p:blipFill>
        <p:spPr>
          <a:xfrm>
            <a:off x="1253125" y="1806575"/>
            <a:ext cx="5269752" cy="30778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" name="Google Shape;71;p11" title="Captura de pantalla 2026-09-17 212441.png"/>
          <p:cNvPicPr preferRelativeResize="0"/>
          <p:nvPr/>
        </p:nvPicPr>
        <p:blipFill rotWithShape="1">
          <a:blip r:embed="rId4">
            <a:alphaModFix/>
          </a:blip>
          <a:srcRect b="0" l="0" r="5330" t="0"/>
          <a:stretch/>
        </p:blipFill>
        <p:spPr>
          <a:xfrm>
            <a:off x="1252800" y="5249812"/>
            <a:ext cx="5270399" cy="2862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1"/>
          <p:cNvSpPr txBox="1"/>
          <p:nvPr/>
        </p:nvSpPr>
        <p:spPr>
          <a:xfrm>
            <a:off x="1252799" y="82085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UI-12: Proceso de Pago-Resumen de la Compra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" name="Google Shape;73;p11" title="Captura de pantalla 2026-09-17 212606.png"/>
          <p:cNvPicPr preferRelativeResize="0"/>
          <p:nvPr/>
        </p:nvPicPr>
        <p:blipFill rotWithShape="1">
          <a:blip r:embed="rId5">
            <a:alphaModFix/>
          </a:blip>
          <a:srcRect b="0" l="0" r="5953" t="0"/>
          <a:stretch/>
        </p:blipFill>
        <p:spPr>
          <a:xfrm>
            <a:off x="1252800" y="8572500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" name="Google Shape;74;p11"/>
          <p:cNvSpPr txBox="1"/>
          <p:nvPr/>
        </p:nvSpPr>
        <p:spPr>
          <a:xfrm>
            <a:off x="1255049" y="1149303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UI-13: Proceso de Pago-Método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1252800" y="46091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UI-14: Proceso de Pago-Pago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" name="Google Shape;81;p12" title="Captura de pantalla 2026-09-17 212647.png"/>
          <p:cNvPicPr preferRelativeResize="0"/>
          <p:nvPr/>
        </p:nvPicPr>
        <p:blipFill rotWithShape="1">
          <a:blip r:embed="rId3">
            <a:alphaModFix/>
          </a:blip>
          <a:srcRect b="0" l="0" r="5891" t="0"/>
          <a:stretch/>
        </p:blipFill>
        <p:spPr>
          <a:xfrm>
            <a:off x="1252800" y="17048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" name="Google Shape;82;p12" title="Captura de pantalla 2026-09-17 212928.png"/>
          <p:cNvPicPr preferRelativeResize="0"/>
          <p:nvPr/>
        </p:nvPicPr>
        <p:blipFill rotWithShape="1">
          <a:blip r:embed="rId4">
            <a:alphaModFix/>
          </a:blip>
          <a:srcRect b="0" l="9716" r="9716" t="0"/>
          <a:stretch/>
        </p:blipFill>
        <p:spPr>
          <a:xfrm>
            <a:off x="1252800" y="4969225"/>
            <a:ext cx="5270399" cy="3078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2"/>
          <p:cNvSpPr txBox="1"/>
          <p:nvPr/>
        </p:nvSpPr>
        <p:spPr>
          <a:xfrm>
            <a:off x="1252799" y="81232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UI-15: Proceso de Pago-Confirmación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1255374" y="114936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UI-16: Información del Pedido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800" y="8445300"/>
            <a:ext cx="5270400" cy="2992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264350" y="49004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UI-17: Historial de Pedidos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252799" y="82359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UI-18: Panel del Vendedor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3" title="Captura de pantalla 2026-09-17 220511.png"/>
          <p:cNvPicPr preferRelativeResize="0"/>
          <p:nvPr/>
        </p:nvPicPr>
        <p:blipFill rotWithShape="1">
          <a:blip r:embed="rId3">
            <a:alphaModFix/>
          </a:blip>
          <a:srcRect b="0" l="0" r="12869" t="0"/>
          <a:stretch/>
        </p:blipFill>
        <p:spPr>
          <a:xfrm>
            <a:off x="1252800" y="855587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3"/>
          <p:cNvSpPr txBox="1"/>
          <p:nvPr/>
        </p:nvSpPr>
        <p:spPr>
          <a:xfrm>
            <a:off x="1264360" y="1149846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UI-19: Catálogo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3" title="Captura de pantalla 2026-09-17 21401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800" y="1850487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3" title="Captura de pantalla 2026-09-17 21405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4350" y="52694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64350" y="48394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UI-20: Añadir prendas (Vista de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64349" y="823182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UI-21: Inventario (Vista del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4" title="Captura de pantalla 2026-09-17 2216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8582500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14"/>
          <p:cNvSpPr txBox="1"/>
          <p:nvPr/>
        </p:nvSpPr>
        <p:spPr>
          <a:xfrm>
            <a:off x="1264360" y="1150883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UI-22: Alertas de Stock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4" title="Captura de pantalla 2026-09-17 22063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4350" y="1886625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14" title="Captura de pantalla 2026-09-17 22075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4350" y="5234550"/>
            <a:ext cx="5270401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264350" y="48092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UI-23: Listado de Pedidos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5" title="Captura de pantalla 2026-09-17 22173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1759275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1021200" y="10133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264350" y="44039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UI-24: Panel de dashboards del Vendedor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264349" y="77353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UI-25: Panel Inicial del Administrador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16" title="Captura de pantalla 2026-09-17 22270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8282650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p16"/>
          <p:cNvSpPr txBox="1"/>
          <p:nvPr/>
        </p:nvSpPr>
        <p:spPr>
          <a:xfrm>
            <a:off x="1264360" y="113122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UI-26: Listado de Usuarios (Vista del Administrador)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6" title="Captura de pantalla 2026-09-17 22250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800" y="1447150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16" title="Captura de pantalla 2026-09-17 22260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800" y="47463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1021200" y="10133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264350" y="44039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UI-27: 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del Usuario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264349" y="77353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UI-28:  Moderación de Catálogo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17" title="Captura de pantalla 2026-09-17 22354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82342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17"/>
          <p:cNvSpPr txBox="1"/>
          <p:nvPr/>
        </p:nvSpPr>
        <p:spPr>
          <a:xfrm>
            <a:off x="1264360" y="113122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UI-29: Gestión de Categorías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17" title="Captura de pantalla 2026-09-17 2228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800" y="1415000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p17" title="Captura de pantalla 2026-09-17 22345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800" y="47463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1021200" y="10133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255050" y="45230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UI-30: Dashboards - Reportes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18" title="Captura de pantalla 2026-09-17 22364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050" y="1554088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1317600" y="1875500"/>
            <a:ext cx="514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/>
              <a:t>UI Dispositivo Móvil</a:t>
            </a:r>
            <a:endParaRPr b="1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1018950" y="63003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UI-1: Inicio de Sesión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3">
            <a:alphaModFix/>
          </a:blip>
          <a:srcRect b="2009" l="7712" r="4653" t="0"/>
          <a:stretch/>
        </p:blipFill>
        <p:spPr>
          <a:xfrm>
            <a:off x="2909175" y="6822025"/>
            <a:ext cx="1957650" cy="399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4">
            <a:alphaModFix/>
          </a:blip>
          <a:srcRect b="973" l="2605" r="1975" t="727"/>
          <a:stretch/>
        </p:blipFill>
        <p:spPr>
          <a:xfrm>
            <a:off x="2950200" y="2075375"/>
            <a:ext cx="1958400" cy="39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1018950" y="109768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UI-2: Registro de Usuarios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4595" r="13505" t="1361"/>
          <a:stretch/>
        </p:blipFill>
        <p:spPr>
          <a:xfrm>
            <a:off x="2987575" y="1814700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1018950" y="6108900"/>
            <a:ext cx="57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UI-3: Pantalla principal de Clientes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4">
            <a:alphaModFix/>
          </a:blip>
          <a:srcRect b="2780" l="2306" r="4332" t="0"/>
          <a:stretch/>
        </p:blipFill>
        <p:spPr>
          <a:xfrm>
            <a:off x="2908800" y="6947925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1018950" y="111673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UI-4: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 rotWithShape="1">
          <a:blip r:embed="rId3">
            <a:alphaModFix/>
          </a:blip>
          <a:srcRect b="1783" l="1074" r="2177" t="1318"/>
          <a:stretch/>
        </p:blipFill>
        <p:spPr>
          <a:xfrm>
            <a:off x="2864825" y="1902475"/>
            <a:ext cx="1958400" cy="399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/>
        </p:nvSpPr>
        <p:spPr>
          <a:xfrm>
            <a:off x="1018950" y="62665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UI-5: Información Detallada de los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4">
            <a:alphaModFix/>
          </a:blip>
          <a:srcRect b="1831" l="871" r="11139" t="1317"/>
          <a:stretch/>
        </p:blipFill>
        <p:spPr>
          <a:xfrm>
            <a:off x="2935500" y="6850075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1018950" y="109372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UI-6: Recomendación de prendas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3"/>
          <p:cNvPicPr preferRelativeResize="0"/>
          <p:nvPr/>
        </p:nvPicPr>
        <p:blipFill rotWithShape="1">
          <a:blip r:embed="rId3">
            <a:alphaModFix/>
          </a:blip>
          <a:srcRect b="725" l="7788" r="11082" t="0"/>
          <a:stretch/>
        </p:blipFill>
        <p:spPr>
          <a:xfrm>
            <a:off x="3000013" y="1775838"/>
            <a:ext cx="1857375" cy="37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1018950" y="56746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UI-7: Perfil del Usuario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1018950" y="600720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1137" l="5791" r="8166" t="862"/>
          <a:stretch/>
        </p:blipFill>
        <p:spPr>
          <a:xfrm>
            <a:off x="2878825" y="6773600"/>
            <a:ext cx="1935050" cy="39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 txBox="1"/>
          <p:nvPr/>
        </p:nvSpPr>
        <p:spPr>
          <a:xfrm>
            <a:off x="1018950" y="109603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UI-8: Catálogo de Ropa (Vista de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1021200" y="59377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UI-9: Detalle de la prenda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 b="882" l="1380" r="10156" t="0"/>
          <a:stretch/>
        </p:blipFill>
        <p:spPr>
          <a:xfrm>
            <a:off x="2978950" y="6564500"/>
            <a:ext cx="1928400" cy="39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1021200" y="105737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UI-10: Carrito de Compras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4" name="Google Shape;194;p24"/>
          <p:cNvPicPr preferRelativeResize="0"/>
          <p:nvPr/>
        </p:nvPicPr>
        <p:blipFill rotWithShape="1">
          <a:blip r:embed="rId4">
            <a:alphaModFix/>
          </a:blip>
          <a:srcRect b="0" l="2926" r="2983" t="1010"/>
          <a:stretch/>
        </p:blipFill>
        <p:spPr>
          <a:xfrm>
            <a:off x="2908800" y="1780087"/>
            <a:ext cx="1958400" cy="39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1021200" y="58635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UI-11: Proceso de Pago-Formulario de Dirección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1021200" y="108596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UI-12: Proceso de Pago-Resumen de la Compra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p25"/>
          <p:cNvPicPr preferRelativeResize="0"/>
          <p:nvPr/>
        </p:nvPicPr>
        <p:blipFill rotWithShape="1">
          <a:blip r:embed="rId3">
            <a:alphaModFix/>
          </a:blip>
          <a:srcRect b="1722" l="11825" r="17323" t="3149"/>
          <a:stretch/>
        </p:blipFill>
        <p:spPr>
          <a:xfrm>
            <a:off x="2911050" y="1708275"/>
            <a:ext cx="1958400" cy="399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5"/>
          <p:cNvPicPr preferRelativeResize="0"/>
          <p:nvPr/>
        </p:nvPicPr>
        <p:blipFill rotWithShape="1">
          <a:blip r:embed="rId4">
            <a:alphaModFix/>
          </a:blip>
          <a:srcRect b="547" l="3167" r="6097" t="0"/>
          <a:stretch/>
        </p:blipFill>
        <p:spPr>
          <a:xfrm>
            <a:off x="2908800" y="6619375"/>
            <a:ext cx="1958400" cy="399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1021200" y="57298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UI-13: Proceso de Pago-Método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3">
            <a:alphaModFix/>
          </a:blip>
          <a:srcRect b="1623" l="4769" r="9143" t="0"/>
          <a:stretch/>
        </p:blipFill>
        <p:spPr>
          <a:xfrm>
            <a:off x="2860413" y="6399063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1021200" y="106172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UI-14: Proceso de Pago-Pago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2" name="Google Shape;212;p26"/>
          <p:cNvPicPr preferRelativeResize="0"/>
          <p:nvPr/>
        </p:nvPicPr>
        <p:blipFill rotWithShape="1">
          <a:blip r:embed="rId4">
            <a:alphaModFix/>
          </a:blip>
          <a:srcRect b="951" l="13636" r="6530" t="2018"/>
          <a:stretch/>
        </p:blipFill>
        <p:spPr>
          <a:xfrm>
            <a:off x="2860425" y="1591825"/>
            <a:ext cx="1958400" cy="3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-830" l="-1129" r="3824" t="830"/>
          <a:stretch/>
        </p:blipFill>
        <p:spPr>
          <a:xfrm>
            <a:off x="2930450" y="2251725"/>
            <a:ext cx="1958400" cy="39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1021200" y="64968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UI-15: Proceso de Pago-Confirmación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4">
            <a:alphaModFix/>
          </a:blip>
          <a:srcRect b="2648" l="2647" r="3492" t="0"/>
          <a:stretch/>
        </p:blipFill>
        <p:spPr>
          <a:xfrm>
            <a:off x="3009738" y="7034450"/>
            <a:ext cx="1979375" cy="4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1021200" y="112562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UI-16: Información del Pedido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1021200" y="58932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UI-17: Historial de Pedidos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8" name="Google Shape;228;p28"/>
          <p:cNvPicPr preferRelativeResize="0"/>
          <p:nvPr/>
        </p:nvPicPr>
        <p:blipFill rotWithShape="1">
          <a:blip r:embed="rId3">
            <a:alphaModFix/>
          </a:blip>
          <a:srcRect b="2969" l="2815" r="6662" t="0"/>
          <a:stretch/>
        </p:blipFill>
        <p:spPr>
          <a:xfrm>
            <a:off x="3004400" y="6594175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 txBox="1"/>
          <p:nvPr/>
        </p:nvSpPr>
        <p:spPr>
          <a:xfrm>
            <a:off x="1021200" y="109793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UI-18: Panel del Vendedor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 rotWithShape="1">
          <a:blip r:embed="rId4">
            <a:alphaModFix/>
          </a:blip>
          <a:srcRect b="1002" l="5133" r="4016" t="717"/>
          <a:stretch/>
        </p:blipFill>
        <p:spPr>
          <a:xfrm>
            <a:off x="3004400" y="1779887"/>
            <a:ext cx="1958400" cy="39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1021200" y="57848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UI-19: Catálogo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 b="269" l="1110" r="3215" t="0"/>
          <a:stretch/>
        </p:blipFill>
        <p:spPr>
          <a:xfrm>
            <a:off x="2911050" y="6687075"/>
            <a:ext cx="1958400" cy="39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/>
        </p:nvSpPr>
        <p:spPr>
          <a:xfrm>
            <a:off x="1021200" y="107861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UI-20: Añadir prendas (Vista de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4">
            <a:alphaModFix/>
          </a:blip>
          <a:srcRect b="1392" l="5580" r="9096" t="1294"/>
          <a:stretch/>
        </p:blipFill>
        <p:spPr>
          <a:xfrm>
            <a:off x="2911050" y="1662550"/>
            <a:ext cx="1958399" cy="3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1021200" y="58806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UI-21: Inventario (Vista del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0"/>
          <p:cNvPicPr preferRelativeResize="0"/>
          <p:nvPr/>
        </p:nvPicPr>
        <p:blipFill rotWithShape="1">
          <a:blip r:embed="rId3">
            <a:alphaModFix/>
          </a:blip>
          <a:srcRect b="0" l="2762" r="0" t="0"/>
          <a:stretch/>
        </p:blipFill>
        <p:spPr>
          <a:xfrm>
            <a:off x="2908800" y="6451175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0"/>
          <p:cNvSpPr txBox="1"/>
          <p:nvPr/>
        </p:nvSpPr>
        <p:spPr>
          <a:xfrm>
            <a:off x="1021199" y="105294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UI-22: Alertas de Stock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8" name="Google Shape;248;p30"/>
          <p:cNvPicPr preferRelativeResize="0"/>
          <p:nvPr/>
        </p:nvPicPr>
        <p:blipFill rotWithShape="1">
          <a:blip r:embed="rId4">
            <a:alphaModFix/>
          </a:blip>
          <a:srcRect b="1471" l="5414" r="2361" t="2356"/>
          <a:stretch/>
        </p:blipFill>
        <p:spPr>
          <a:xfrm>
            <a:off x="2908800" y="1662550"/>
            <a:ext cx="1958400" cy="39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/>
        </p:nvSpPr>
        <p:spPr>
          <a:xfrm>
            <a:off x="1018950" y="60079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UI-23: Listado de Pedidos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1018950" y="6440275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1018950" y="112087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UI-24: Panel de dashboards del Vendedor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3">
            <a:alphaModFix/>
          </a:blip>
          <a:srcRect b="1020" l="7990" r="4306" t="0"/>
          <a:stretch/>
        </p:blipFill>
        <p:spPr>
          <a:xfrm>
            <a:off x="2911050" y="1795075"/>
            <a:ext cx="1958400" cy="39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/>
          <p:cNvPicPr preferRelativeResize="0"/>
          <p:nvPr/>
        </p:nvPicPr>
        <p:blipFill rotWithShape="1">
          <a:blip r:embed="rId4">
            <a:alphaModFix/>
          </a:blip>
          <a:srcRect b="2079" l="9596" r="3951" t="768"/>
          <a:stretch/>
        </p:blipFill>
        <p:spPr>
          <a:xfrm>
            <a:off x="2926200" y="7206775"/>
            <a:ext cx="1958400" cy="3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/>
        </p:nvSpPr>
        <p:spPr>
          <a:xfrm>
            <a:off x="1018950" y="10094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3">
            <a:alphaModFix/>
          </a:blip>
          <a:srcRect b="2496" l="2705" r="4341" t="0"/>
          <a:stretch/>
        </p:blipFill>
        <p:spPr>
          <a:xfrm>
            <a:off x="2908800" y="1593875"/>
            <a:ext cx="1958400" cy="39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/>
        </p:nvSpPr>
        <p:spPr>
          <a:xfrm>
            <a:off x="1018950" y="57405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UI-25: Panel Inicial del Administrador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1018950" y="103951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UI-26: Listado de Usuarios (Vista del Administrador)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p32"/>
          <p:cNvPicPr preferRelativeResize="0"/>
          <p:nvPr/>
        </p:nvPicPr>
        <p:blipFill rotWithShape="1">
          <a:blip r:embed="rId4">
            <a:alphaModFix/>
          </a:blip>
          <a:srcRect b="1143" l="4387" r="2857" t="1192"/>
          <a:stretch/>
        </p:blipFill>
        <p:spPr>
          <a:xfrm>
            <a:off x="2920338" y="6212350"/>
            <a:ext cx="1958400" cy="3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/>
        </p:nvSpPr>
        <p:spPr>
          <a:xfrm>
            <a:off x="1018950" y="10094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3" name="Google Shape;273;p33"/>
          <p:cNvPicPr preferRelativeResize="0"/>
          <p:nvPr/>
        </p:nvPicPr>
        <p:blipFill rotWithShape="1">
          <a:blip r:embed="rId3">
            <a:alphaModFix/>
          </a:blip>
          <a:srcRect b="0" l="4314" r="-2132" t="0"/>
          <a:stretch/>
        </p:blipFill>
        <p:spPr>
          <a:xfrm>
            <a:off x="2908800" y="1631525"/>
            <a:ext cx="1958400" cy="39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/>
          <p:cNvPicPr preferRelativeResize="0"/>
          <p:nvPr/>
        </p:nvPicPr>
        <p:blipFill rotWithShape="1">
          <a:blip r:embed="rId4">
            <a:alphaModFix/>
          </a:blip>
          <a:srcRect b="-1061" l="4964" r="11186" t="0"/>
          <a:stretch/>
        </p:blipFill>
        <p:spPr>
          <a:xfrm>
            <a:off x="2908800" y="6361225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 txBox="1"/>
          <p:nvPr/>
        </p:nvSpPr>
        <p:spPr>
          <a:xfrm>
            <a:off x="1018950" y="58538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UI-27: Información del Usuario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1018950" y="105980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UI-28:  Moderación de Catálogo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/>
        </p:nvSpPr>
        <p:spPr>
          <a:xfrm>
            <a:off x="1018950" y="10094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1018950" y="112255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UI-30: Dashboards - Reportes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1018950" y="61944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UI-29: Gestión de Categorías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13692" r="10366" t="1497"/>
          <a:stretch/>
        </p:blipFill>
        <p:spPr>
          <a:xfrm>
            <a:off x="2908800" y="7125825"/>
            <a:ext cx="1958401" cy="399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/>
          <p:cNvPicPr preferRelativeResize="0"/>
          <p:nvPr/>
        </p:nvPicPr>
        <p:blipFill rotWithShape="1">
          <a:blip r:embed="rId4">
            <a:alphaModFix/>
          </a:blip>
          <a:srcRect b="2606" l="11146" r="14895" t="1947"/>
          <a:stretch/>
        </p:blipFill>
        <p:spPr>
          <a:xfrm>
            <a:off x="2908800" y="1876687"/>
            <a:ext cx="1958400" cy="39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